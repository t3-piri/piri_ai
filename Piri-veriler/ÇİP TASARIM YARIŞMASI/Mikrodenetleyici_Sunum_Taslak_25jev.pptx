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EE1"/>
    <a:srgbClr val="2CE1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6C317-EA7F-45C1-8E54-47BB50A57CD8}" v="8" dt="2026-08-07T11:33:19.911"/>
    <p1510:client id="{B1ED967B-F8E6-4022-934A-77CB52A9E1E2}" v="13" dt="2026-08-07T11:49:33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mer Faruk Birgül" userId="631abb14-7822-4cf4-865f-34db70fa0cbf" providerId="ADAL" clId="{134792A5-EF5A-40C0-BB2C-072655DD9904}"/>
    <pc:docChg chg="undo custSel modSld">
      <pc:chgData name="Ömer Faruk Birgül" userId="631abb14-7822-4cf4-865f-34db70fa0cbf" providerId="ADAL" clId="{134792A5-EF5A-40C0-BB2C-072655DD9904}" dt="2026-08-07T11:49:58.833" v="192" actId="790"/>
      <pc:docMkLst>
        <pc:docMk/>
      </pc:docMkLst>
      <pc:sldChg chg="addSp delSp modSp mod">
        <pc:chgData name="Ömer Faruk Birgül" userId="631abb14-7822-4cf4-865f-34db70fa0cbf" providerId="ADAL" clId="{134792A5-EF5A-40C0-BB2C-072655DD9904}" dt="2026-08-07T11:49:58.833" v="192" actId="790"/>
        <pc:sldMkLst>
          <pc:docMk/>
          <pc:sldMk cId="2984565811" sldId="256"/>
        </pc:sldMkLst>
        <pc:spChg chg="add del mod">
          <ac:chgData name="Ömer Faruk Birgül" userId="631abb14-7822-4cf4-865f-34db70fa0cbf" providerId="ADAL" clId="{134792A5-EF5A-40C0-BB2C-072655DD9904}" dt="2026-08-07T11:33:23.331" v="9"/>
          <ac:spMkLst>
            <pc:docMk/>
            <pc:sldMk cId="2984565811" sldId="256"/>
            <ac:spMk id="4" creationId="{08029284-235B-890A-AE89-23C48370FEC7}"/>
          </ac:spMkLst>
        </pc:spChg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2984565811" sldId="256"/>
            <ac:spMk id="20" creationId="{4746329F-4BE8-1339-AAEB-C047AF816701}"/>
          </ac:spMkLst>
        </pc:spChg>
      </pc:sldChg>
      <pc:sldChg chg="addSp delSp modSp mod">
        <pc:chgData name="Ömer Faruk Birgül" userId="631abb14-7822-4cf4-865f-34db70fa0cbf" providerId="ADAL" clId="{134792A5-EF5A-40C0-BB2C-072655DD9904}" dt="2026-08-07T11:49:58.833" v="192" actId="790"/>
        <pc:sldMkLst>
          <pc:docMk/>
          <pc:sldMk cId="3551339876" sldId="259"/>
        </pc:sldMkLst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3551339876" sldId="259"/>
            <ac:spMk id="2" creationId="{24169AEC-92C2-4098-DBEA-77381257FBB6}"/>
          </ac:spMkLst>
        </pc:spChg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3551339876" sldId="259"/>
            <ac:spMk id="3" creationId="{438FE133-9008-EA1B-C125-2E4842796B17}"/>
          </ac:spMkLst>
        </pc:spChg>
        <pc:spChg chg="add del mod">
          <ac:chgData name="Ömer Faruk Birgül" userId="631abb14-7822-4cf4-865f-34db70fa0cbf" providerId="ADAL" clId="{134792A5-EF5A-40C0-BB2C-072655DD9904}" dt="2026-08-07T11:32:14.651" v="5"/>
          <ac:spMkLst>
            <pc:docMk/>
            <pc:sldMk cId="3551339876" sldId="259"/>
            <ac:spMk id="4" creationId="{6D85EC9E-3C4D-055E-709F-9B5A3C4A73A3}"/>
          </ac:spMkLst>
        </pc:spChg>
      </pc:sldChg>
      <pc:sldChg chg="modSp mod">
        <pc:chgData name="Ömer Faruk Birgül" userId="631abb14-7822-4cf4-865f-34db70fa0cbf" providerId="ADAL" clId="{134792A5-EF5A-40C0-BB2C-072655DD9904}" dt="2026-08-07T11:49:58.833" v="192" actId="790"/>
        <pc:sldMkLst>
          <pc:docMk/>
          <pc:sldMk cId="771832824" sldId="260"/>
        </pc:sldMkLst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771832824" sldId="260"/>
            <ac:spMk id="2" creationId="{B5CD13DA-2492-ED0A-7404-7A5A38D6EA3E}"/>
          </ac:spMkLst>
        </pc:spChg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771832824" sldId="260"/>
            <ac:spMk id="3" creationId="{6856AB2F-C954-B8E6-5619-3C1189FAA471}"/>
          </ac:spMkLst>
        </pc:spChg>
      </pc:sldChg>
      <pc:sldChg chg="modSp mod">
        <pc:chgData name="Ömer Faruk Birgül" userId="631abb14-7822-4cf4-865f-34db70fa0cbf" providerId="ADAL" clId="{134792A5-EF5A-40C0-BB2C-072655DD9904}" dt="2026-08-07T11:49:58.833" v="192" actId="790"/>
        <pc:sldMkLst>
          <pc:docMk/>
          <pc:sldMk cId="1594057712" sldId="261"/>
        </pc:sldMkLst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1594057712" sldId="261"/>
            <ac:spMk id="2" creationId="{56D2C502-11D5-9F30-37FB-2B64B349EBB7}"/>
          </ac:spMkLst>
        </pc:spChg>
        <pc:spChg chg="mod">
          <ac:chgData name="Ömer Faruk Birgül" userId="631abb14-7822-4cf4-865f-34db70fa0cbf" providerId="ADAL" clId="{134792A5-EF5A-40C0-BB2C-072655DD9904}" dt="2026-08-07T11:49:58.833" v="192" actId="790"/>
          <ac:spMkLst>
            <pc:docMk/>
            <pc:sldMk cId="1594057712" sldId="261"/>
            <ac:spMk id="3" creationId="{89D077E5-C1CD-E06F-966A-EA7F9A8D15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CFDD13-A29E-B122-DCD3-7BB3CD81D73C}"/>
              </a:ext>
            </a:extLst>
          </p:cNvPr>
          <p:cNvSpPr/>
          <p:nvPr userDrawn="1"/>
        </p:nvSpPr>
        <p:spPr>
          <a:xfrm>
            <a:off x="141838" y="132100"/>
            <a:ext cx="11908324" cy="6593799"/>
          </a:xfrm>
          <a:prstGeom prst="rect">
            <a:avLst/>
          </a:prstGeom>
          <a:noFill/>
          <a:ln w="101600">
            <a:gradFill flip="none" rotWithShape="1">
              <a:gsLst>
                <a:gs pos="0">
                  <a:srgbClr val="2CAEE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100000">
                  <a:srgbClr val="2CE19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logo with text on it&#10;&#10;AI-generated content may be incorrect.">
            <a:extLst>
              <a:ext uri="{FF2B5EF4-FFF2-40B4-BE49-F238E27FC236}">
                <a16:creationId xmlns:a16="http://schemas.microsoft.com/office/drawing/2014/main" id="{7EFB27AA-5164-FF08-17F3-6AB05EF76D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68" y="6061504"/>
            <a:ext cx="1338030" cy="519404"/>
          </a:xfrm>
          <a:prstGeom prst="rect">
            <a:avLst/>
          </a:prstGeom>
        </p:spPr>
      </p:pic>
      <p:pic>
        <p:nvPicPr>
          <p:cNvPr id="18" name="Picture 2" descr="Sanayi ve Teknoloji Bakanlığı - Yatırım Kredisi">
            <a:extLst>
              <a:ext uri="{FF2B5EF4-FFF2-40B4-BE49-F238E27FC236}">
                <a16:creationId xmlns:a16="http://schemas.microsoft.com/office/drawing/2014/main" id="{CF92BC62-7759-48EC-F1C8-DB51F10FE4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437" y="554518"/>
            <a:ext cx="4719297" cy="116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7CDE825-79F9-AC34-60FE-31D9266085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268" y="656948"/>
            <a:ext cx="3793888" cy="968652"/>
          </a:xfrm>
          <a:prstGeom prst="rect">
            <a:avLst/>
          </a:prstGeom>
        </p:spPr>
      </p:pic>
      <p:pic>
        <p:nvPicPr>
          <p:cNvPr id="20" name="Picture 19" descr="A blue rocket with wings and a red circle with white text&#10;&#10;AI-generated content may be incorrect.">
            <a:extLst>
              <a:ext uri="{FF2B5EF4-FFF2-40B4-BE49-F238E27FC236}">
                <a16:creationId xmlns:a16="http://schemas.microsoft.com/office/drawing/2014/main" id="{E804EE00-5CC0-179C-9898-D53D10651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999" y="1847061"/>
            <a:ext cx="3862171" cy="3862171"/>
          </a:xfrm>
          <a:prstGeom prst="rect">
            <a:avLst/>
          </a:prstGeom>
        </p:spPr>
      </p:pic>
      <p:sp>
        <p:nvSpPr>
          <p:cNvPr id="22" name="Title 20">
            <a:extLst>
              <a:ext uri="{FF2B5EF4-FFF2-40B4-BE49-F238E27FC236}">
                <a16:creationId xmlns:a16="http://schemas.microsoft.com/office/drawing/2014/main" id="{5B9DD01E-DC0A-B33D-58AA-216E125FB45C}"/>
              </a:ext>
            </a:extLst>
          </p:cNvPr>
          <p:cNvSpPr txBox="1">
            <a:spLocks/>
          </p:cNvSpPr>
          <p:nvPr userDrawn="1"/>
        </p:nvSpPr>
        <p:spPr>
          <a:xfrm>
            <a:off x="5870204" y="2612476"/>
            <a:ext cx="5759923" cy="968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/>
              <a:t>Çip Tasarım Yarışması</a:t>
            </a:r>
          </a:p>
          <a:p>
            <a:r>
              <a:rPr lang="tr-TR" sz="2800"/>
              <a:t>Mikrodenetleyici Tasarım Kategorisi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0797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3BC8-2451-9FE1-1E75-DE192585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91CC7-80A7-C419-D198-8CB58AC39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FF42F-BF39-E263-BCFF-9D807F58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9968D-9B7B-D8CC-C9E2-8029046B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C53D3-9CFD-85EB-4212-8684A66C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5829-788E-7D2A-C4FA-72E4AF00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57E6D-54D4-52F9-306C-CCF64D700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DA31-8BF0-C581-BB4B-44E5E22B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9BEE3-FA36-0CE3-E2B3-A8CB86B7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C3CA8-70B6-8362-D071-F97BB11D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8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A393-EFBF-3B34-0EBE-35CC5B8A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2022A-8C9C-75AF-2E3F-41B08E86F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21967-627F-46DC-83BD-390C3A329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3F53D-50DE-3BA6-58D0-D6341B9E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67C1F-E80E-C392-C6D0-4C63373B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5E56B-4045-98C4-B6F9-CFA41054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8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148DC3E-B010-1062-8E0A-0B416170C5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959" y="1122363"/>
            <a:ext cx="9941506" cy="62331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algn="l"/>
            <a:r>
              <a:rPr lang="tr-TR" sz="4200" b="1"/>
              <a:t>Başlık</a:t>
            </a:r>
            <a:endParaRPr lang="en-US" sz="4200" b="1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DD89F33-C1E4-1464-1F4E-4F21017F38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5958" y="1865745"/>
            <a:ext cx="9941505" cy="4050768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 algn="l"/>
            <a:r>
              <a:rPr lang="tr-TR" sz="3200"/>
              <a:t>İçerik</a:t>
            </a:r>
            <a:endParaRPr lang="en-US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CFDD13-A29E-B122-DCD3-7BB3CD81D73C}"/>
              </a:ext>
            </a:extLst>
          </p:cNvPr>
          <p:cNvSpPr/>
          <p:nvPr userDrawn="1"/>
        </p:nvSpPr>
        <p:spPr>
          <a:xfrm>
            <a:off x="141838" y="132100"/>
            <a:ext cx="11908324" cy="6593799"/>
          </a:xfrm>
          <a:prstGeom prst="rect">
            <a:avLst/>
          </a:prstGeom>
          <a:noFill/>
          <a:ln w="101600">
            <a:gradFill flip="none" rotWithShape="1">
              <a:gsLst>
                <a:gs pos="0">
                  <a:srgbClr val="2CAEE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100000">
                  <a:srgbClr val="2CE19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logo with text on it&#10;&#10;AI-generated content may be incorrect.">
            <a:extLst>
              <a:ext uri="{FF2B5EF4-FFF2-40B4-BE49-F238E27FC236}">
                <a16:creationId xmlns:a16="http://schemas.microsoft.com/office/drawing/2014/main" id="{7EFB27AA-5164-FF08-17F3-6AB05EF76D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68" y="6061504"/>
            <a:ext cx="1338030" cy="519404"/>
          </a:xfrm>
          <a:prstGeom prst="rect">
            <a:avLst/>
          </a:prstGeom>
        </p:spPr>
      </p:pic>
      <p:pic>
        <p:nvPicPr>
          <p:cNvPr id="18" name="Picture 2" descr="Sanayi ve Teknoloji Bakanlığı - Yatırım Kredisi">
            <a:extLst>
              <a:ext uri="{FF2B5EF4-FFF2-40B4-BE49-F238E27FC236}">
                <a16:creationId xmlns:a16="http://schemas.microsoft.com/office/drawing/2014/main" id="{CF92BC62-7759-48EC-F1C8-DB51F10FE4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2" y="277092"/>
            <a:ext cx="2124364" cy="52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7CDE825-79F9-AC34-60FE-31D9266085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30" y="334987"/>
            <a:ext cx="1597343" cy="407832"/>
          </a:xfrm>
          <a:prstGeom prst="rect">
            <a:avLst/>
          </a:prstGeom>
        </p:spPr>
      </p:pic>
      <p:pic>
        <p:nvPicPr>
          <p:cNvPr id="20" name="Picture 19" descr="A blue rocket with wings and a red circle with white text&#10;&#10;AI-generated content may be incorrect.">
            <a:extLst>
              <a:ext uri="{FF2B5EF4-FFF2-40B4-BE49-F238E27FC236}">
                <a16:creationId xmlns:a16="http://schemas.microsoft.com/office/drawing/2014/main" id="{E804EE00-5CC0-179C-9898-D53D10651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465" y="132100"/>
            <a:ext cx="1163234" cy="116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8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E63A-ED85-2859-E78C-64283F57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DCF65-5D95-15E1-7764-78386528B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BF2C7-F96B-0260-B8A4-9935A4FF1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FD62BA-33A2-A5D2-A31F-19BB9B00F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04912-1804-AB8F-1107-C1DD65AEB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94823-2AF1-E309-A456-1869BECC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DC646-FD37-C830-27CC-6F49D5CE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718FA-7787-AD38-4B11-328C20B9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C824-C1FC-0C3E-25D8-628DB1C2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68374-24C8-7F9E-89B7-69A59C6D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E8F1C-F138-44C4-34FF-2AFA3C8C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8B32B-26B6-5536-0E90-465DF887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3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147BB-37CC-ADD0-7EB1-AAE9FCA5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A24C3-539F-C50F-BBFD-0414C06A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D24BF-7CD9-C421-6CCD-BA786839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1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B4B0-952B-DF28-8E04-BDE192FE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2CAA-A849-7218-DF41-94B1B88F0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F4B80-DA81-CB71-4DC9-9CBAD53EA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4F00E-5CBA-E51C-3128-F66283BE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F0D92-36CC-9305-63F7-DF1D44C4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2492E-F3EE-B29E-7EDA-ED99AD35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1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E29C-74C3-0BE3-0898-213E41BCD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CECC9-A018-EFD2-69C9-0EDA6ECB5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8659A-D097-91B7-7F52-734EF962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28425-36D9-F1C4-1E66-EF307BD9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359F5-8FD4-30FF-C560-E83B7011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571D5-1BA0-EAD4-9043-CFE9D475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0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7F3D-EE7E-8000-C728-CF9481FF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208CC-5468-302E-E8C0-CB98D2D8D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52496-A29E-1F51-C82F-882D7CB6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1EC27-89D5-1B28-A6FB-B487BB46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2D324-E126-30B9-72DC-97A37996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64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FF0D3-F507-F4B2-4786-C42D4F0BF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7358B-648E-CA22-6F0C-AAE93F0D8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3DDA2-60D0-68EA-6A2B-8BC81264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A667-B153-4A58-BA6D-A52C5594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B42D-047F-A0F1-B709-E619D53B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A04B8-C386-35A4-8ED4-4587DD11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A01CD-5400-E094-0F2D-E7435F1E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CC557-8A35-FE5D-789C-7A38AE402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44A81-D2F1-4973-8EEB-C84EBBD3272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7F20E-9094-4EDC-A881-8CAA9A7C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BA438-3C49-D8FB-0DAA-BF848A56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F9557-0B54-4717-AB69-4D935204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8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746329F-4BE8-1339-AAEB-C047AF816701}"/>
              </a:ext>
            </a:extLst>
          </p:cNvPr>
          <p:cNvSpPr txBox="1"/>
          <p:nvPr/>
        </p:nvSpPr>
        <p:spPr>
          <a:xfrm>
            <a:off x="6096000" y="3634571"/>
            <a:ext cx="5357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noProof="0" dirty="0"/>
              <a:t>Takım Adı</a:t>
            </a:r>
          </a:p>
          <a:p>
            <a:pPr algn="ctr"/>
            <a:r>
              <a:rPr lang="tr-TR" sz="2800" noProof="0" dirty="0"/>
              <a:t>Başvuru Numarası</a:t>
            </a:r>
          </a:p>
        </p:txBody>
      </p:sp>
    </p:spTree>
    <p:extLst>
      <p:ext uri="{BB962C8B-B14F-4D97-AF65-F5344CB8AC3E}">
        <p14:creationId xmlns:p14="http://schemas.microsoft.com/office/powerpoint/2010/main" val="298456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9AEC-92C2-4098-DBEA-77381257F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4200" b="1" noProof="0" dirty="0"/>
              <a:t>Takım Tanıtımı</a:t>
            </a:r>
            <a:endParaRPr lang="tr-TR" sz="4200" b="1" noProof="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FE133-9008-EA1B-C125-2E4842796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400" noProof="0" dirty="0"/>
              <a:t>Tanıtım İçeriği</a:t>
            </a:r>
          </a:p>
        </p:txBody>
      </p:sp>
    </p:spTree>
    <p:extLst>
      <p:ext uri="{BB962C8B-B14F-4D97-AF65-F5344CB8AC3E}">
        <p14:creationId xmlns:p14="http://schemas.microsoft.com/office/powerpoint/2010/main" val="355133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26D2-BA96-39DA-C5C5-A3C7AEEC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C502-11D5-9F30-37FB-2B64B349E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4200" b="1" noProof="0" dirty="0"/>
              <a:t>İçindekiler </a:t>
            </a:r>
            <a:r>
              <a:rPr lang="tr-TR" sz="4200" b="1" noProof="0" dirty="0">
                <a:solidFill>
                  <a:srgbClr val="FF0000"/>
                </a:solidFill>
              </a:rPr>
              <a:t>(Örnek)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077E5-C1CD-E06F-966A-EA7F9A8D1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400" noProof="0" dirty="0"/>
              <a:t>Sistem Mimarisi</a:t>
            </a:r>
          </a:p>
          <a:p>
            <a:r>
              <a:rPr lang="tr-TR" sz="2400" noProof="0" dirty="0"/>
              <a:t>Tasarım Detayları</a:t>
            </a:r>
          </a:p>
          <a:p>
            <a:pPr lvl="1"/>
            <a:r>
              <a:rPr lang="tr-TR" sz="2200" noProof="0" dirty="0"/>
              <a:t>Çekirdek</a:t>
            </a:r>
          </a:p>
          <a:p>
            <a:pPr lvl="1"/>
            <a:r>
              <a:rPr lang="tr-TR" sz="2200" noProof="0" dirty="0"/>
              <a:t>Çevre Birimleri</a:t>
            </a:r>
          </a:p>
          <a:p>
            <a:pPr lvl="1"/>
            <a:r>
              <a:rPr lang="tr-TR" sz="2200" noProof="0" dirty="0"/>
              <a:t>YZ Hızlandırıcı</a:t>
            </a:r>
          </a:p>
          <a:p>
            <a:pPr lvl="1"/>
            <a:r>
              <a:rPr lang="tr-TR" sz="2200" noProof="0" dirty="0"/>
              <a:t>Boot</a:t>
            </a:r>
          </a:p>
          <a:p>
            <a:r>
              <a:rPr lang="tr-TR" sz="2400" noProof="0" dirty="0"/>
              <a:t>Doğrulama</a:t>
            </a:r>
          </a:p>
          <a:p>
            <a:r>
              <a:rPr lang="tr-TR" sz="2400" noProof="0" dirty="0"/>
              <a:t>Çip Tasarım Akışı</a:t>
            </a:r>
          </a:p>
        </p:txBody>
      </p:sp>
    </p:spTree>
    <p:extLst>
      <p:ext uri="{BB962C8B-B14F-4D97-AF65-F5344CB8AC3E}">
        <p14:creationId xmlns:p14="http://schemas.microsoft.com/office/powerpoint/2010/main" val="159405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13DA-2492-ED0A-7404-7A5A38D6E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noProof="0" dirty="0"/>
              <a:t>Sunum Yönergeleri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6AB2F-C954-B8E6-5619-3C1189FAA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958" y="1865745"/>
            <a:ext cx="10779638" cy="4050768"/>
          </a:xfrm>
        </p:spPr>
        <p:txBody>
          <a:bodyPr>
            <a:normAutofit fontScale="70000" lnSpcReduction="20000"/>
          </a:bodyPr>
          <a:lstStyle/>
          <a:p>
            <a:r>
              <a:rPr lang="tr-TR" sz="2400" noProof="0" dirty="0"/>
              <a:t>Sunum süresi, soru-cevap bölümü dâhil olmak üzere toplam 30 dakikayı aşmamalıdır.</a:t>
            </a:r>
          </a:p>
          <a:p>
            <a:r>
              <a:rPr lang="tr-TR" sz="2400" noProof="0" dirty="0"/>
              <a:t>FPGA demosu için ayrılan süre 30 dakikayı aşmamalıdır.</a:t>
            </a:r>
          </a:p>
          <a:p>
            <a:r>
              <a:rPr lang="tr-TR" sz="2400" noProof="0" dirty="0"/>
              <a:t>Sunumda, yarışmanın minimum isterlerinin nasıl karşılandığı açıklanmalı ve mümkün olduğu ölçüde gösterilmelidir. Minimum isterlerde belirtilen koşullardan karşılanmayan veya eksik kalan hususlar varsa bunlar açıkça belirtilmelidir.</a:t>
            </a:r>
            <a:endParaRPr lang="tr-TR" sz="2400" kern="0" noProof="0" dirty="0">
              <a:solidFill>
                <a:sysClr val="windowText" lastClr="000000"/>
              </a:solidFill>
              <a:cs typeface="Times New Roman"/>
            </a:endParaRPr>
          </a:p>
          <a:p>
            <a:r>
              <a:rPr lang="tr-TR" sz="2400" noProof="0" dirty="0"/>
              <a:t>Sunumda kullanılan görseller, tablolar, diyagramlar ve diğer içerikler okunaklı ve anlaşılır olmalıdır.</a:t>
            </a:r>
          </a:p>
          <a:p>
            <a:r>
              <a:rPr lang="tr-TR" sz="2400" noProof="0" dirty="0"/>
              <a:t>Kullanılan harici kaynaklar; kaynak dokümanlar, açık kaynak kodlu projeler, kütüphaneler ve benzeri çalışmalar uygun şekilde referanslanmalıdır.</a:t>
            </a:r>
          </a:p>
          <a:p>
            <a:r>
              <a:rPr lang="tr-TR" sz="2400" noProof="0" dirty="0"/>
              <a:t>Tasarım kapsamında uygulanabilirlik, performans, güç tüketimi, kaynak kullanımı vb. mühendislik ölçütleri doğrultusunda alınan tasarım kararları ve inisiyatifler açıklanmalıdır.</a:t>
            </a:r>
          </a:p>
          <a:p>
            <a:r>
              <a:rPr lang="tr-TR" sz="2400" noProof="0" dirty="0"/>
              <a:t>Tasarım ve geliştirme sürecinde karşılaşılan önemli zorluklara ve bu zorluklara yönelik geliştirilen çözümlere sunumda yer verilebilir.</a:t>
            </a:r>
          </a:p>
          <a:p>
            <a:r>
              <a:rPr lang="tr-TR" sz="2400" noProof="0" dirty="0"/>
              <a:t>İçindekiler bölümü örnek olarak verilmiştir. Sunumda en az belirtilen başlıkların yer alması beklenmektedir. Gerekli görülen durumlarda ek başlıklar eklenebilir.</a:t>
            </a:r>
          </a:p>
          <a:p>
            <a:r>
              <a:rPr lang="tr-TR" sz="2400" noProof="0" dirty="0"/>
              <a:t>Sunumların hem PowerPoint hem de PDF formatındaki hâlleri teslim edilmelidir.</a:t>
            </a:r>
          </a:p>
        </p:txBody>
      </p:sp>
    </p:spTree>
    <p:extLst>
      <p:ext uri="{BB962C8B-B14F-4D97-AF65-F5344CB8AC3E}">
        <p14:creationId xmlns:p14="http://schemas.microsoft.com/office/powerpoint/2010/main" val="771832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4b8976-ebda-4359-929f-9bfebc4377ac">
      <Terms xmlns="http://schemas.microsoft.com/office/infopath/2007/PartnerControls"/>
    </lcf76f155ced4ddcb4097134ff3c332f>
    <TaxCatchAll xmlns="819e0713-b236-4ba4-a2d4-f7d22f900a9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6EF3650ED9FE4E9C8BF0D9C388ABAE" ma:contentTypeVersion="13" ma:contentTypeDescription="Create a new document." ma:contentTypeScope="" ma:versionID="34642327f020c8adeaeba6f6b1fb6c88">
  <xsd:schema xmlns:xsd="http://www.w3.org/2001/XMLSchema" xmlns:xs="http://www.w3.org/2001/XMLSchema" xmlns:p="http://schemas.microsoft.com/office/2006/metadata/properties" xmlns:ns2="9b4b8976-ebda-4359-929f-9bfebc4377ac" xmlns:ns3="819e0713-b236-4ba4-a2d4-f7d22f900a95" targetNamespace="http://schemas.microsoft.com/office/2006/metadata/properties" ma:root="true" ma:fieldsID="11496d173000ee096ebdae448ef29a6e" ns2:_="" ns3:_="">
    <xsd:import namespace="9b4b8976-ebda-4359-929f-9bfebc4377ac"/>
    <xsd:import namespace="819e0713-b236-4ba4-a2d4-f7d22f900a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8976-ebda-4359-929f-9bfebc4377a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b22f8cc-ce90-4c32-a621-c340038bea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e0713-b236-4ba4-a2d4-f7d22f900a9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ac77034-6c3a-4371-84ad-8ce1b3a223f3}" ma:internalName="TaxCatchAll" ma:showField="CatchAllData" ma:web="819e0713-b236-4ba4-a2d4-f7d22f900a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966440-9556-41E1-A58B-6A90D144BC54}">
  <ds:schemaRefs>
    <ds:schemaRef ds:uri="http://www.w3.org/XML/1998/namespace"/>
    <ds:schemaRef ds:uri="http://schemas.microsoft.com/office/2006/metadata/properties"/>
    <ds:schemaRef ds:uri="9b4b8976-ebda-4359-929f-9bfebc4377ac"/>
    <ds:schemaRef ds:uri="819e0713-b236-4ba4-a2d4-f7d22f900a95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5DF5B8A-37E3-47ED-91A8-BFFD95A625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607554-821D-4D69-BEAD-C3E943D3A6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4b8976-ebda-4359-929f-9bfebc4377ac"/>
    <ds:schemaRef ds:uri="819e0713-b236-4ba4-a2d4-f7d22f900a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Takım Tanıtımı</vt:lpstr>
      <vt:lpstr>İçindekiler (Örnek)</vt:lpstr>
      <vt:lpstr>Sunum Yönergeleri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Uğur Nezir</dc:creator>
  <cp:lastModifiedBy>Ömer Faruk Birgül</cp:lastModifiedBy>
  <cp:revision>19</cp:revision>
  <dcterms:created xsi:type="dcterms:W3CDTF">2025-08-27T11:05:06Z</dcterms:created>
  <dcterms:modified xsi:type="dcterms:W3CDTF">2026-08-07T11:50:00Z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0x010100546EF3650ED9FE4E9C8BF0D9C388ABAE</vt:lpwstr>
  </property>
  <property fmtid="{D5CDD505-2E9C-101B-9397-08002B2CF9AE}" pid="3" name="MediaServiceImageTags">
    <vt:lpwstr/>
  </property>
</Properties>
</file>